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Aiva Nex Agent — Privacy-Preserving Browser AI Agent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6951" y="1715881"/>
            <a:ext cx="59245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ID – SIH26171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Title -</a:t>
            </a:r>
            <a:r>
              <a:rPr sz="1200" b="0" dirty="0">
                <a:latin typeface="Calibri"/>
              </a:rPr>
              <a:t> </a:t>
            </a:r>
            <a:r>
              <a:rPr sz="1600" b="0" dirty="0">
                <a:latin typeface="Calibri"/>
              </a:rPr>
              <a:t>On-device Visual Perception for Light-weight Browser Agents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Organization -</a:t>
            </a:r>
            <a:r>
              <a:rPr sz="1200" b="0" dirty="0">
                <a:latin typeface="Calibri"/>
              </a:rPr>
              <a:t> </a:t>
            </a:r>
            <a:r>
              <a:rPr sz="1600" b="0" dirty="0">
                <a:latin typeface="Calibri"/>
              </a:rPr>
              <a:t>Indian Space Research Organisation (ISRO)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Theme -</a:t>
            </a:r>
            <a:r>
              <a:rPr sz="1200" b="0" dirty="0">
                <a:latin typeface="Calibri"/>
              </a:rPr>
              <a:t> </a:t>
            </a:r>
            <a:r>
              <a:rPr sz="1600" b="0" dirty="0">
                <a:latin typeface="Calibri"/>
              </a:rPr>
              <a:t>Smart Automation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200" b="0" dirty="0">
                <a:latin typeface="Calibri"/>
              </a:rPr>
              <a:t>: </a:t>
            </a:r>
            <a:r>
              <a:rPr lang="en-US" sz="1200" b="0" dirty="0">
                <a:latin typeface="Calibri"/>
              </a:rPr>
              <a:t> </a:t>
            </a:r>
            <a:r>
              <a:rPr sz="2200" b="1" dirty="0" err="1">
                <a:latin typeface="Calibri"/>
              </a:rPr>
              <a:t>Aiva</a:t>
            </a:r>
            <a:r>
              <a:rPr sz="2200" b="1" dirty="0">
                <a:latin typeface="Calibri"/>
              </a:rPr>
              <a:t> </a:t>
            </a:r>
            <a:r>
              <a:rPr sz="2200" b="1" dirty="0" err="1">
                <a:latin typeface="Calibri"/>
              </a:rPr>
              <a:t>Nex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430738"/>
            <a:ext cx="11789230" cy="460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sz="1900" b="1" dirty="0">
                <a:latin typeface="Calibri"/>
              </a:rPr>
              <a:t>Idea Title: Aiva Nex Agent — a Privacy-Preserving Browser AI Agent</a:t>
            </a:r>
            <a:endParaRPr lang="en-US" sz="19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dirty="0">
                <a:latin typeface="Calibri"/>
              </a:rPr>
              <a:t>Proposed Solution: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dirty="0">
                <a:latin typeface="Calibri"/>
              </a:rPr>
              <a:t>• </a:t>
            </a:r>
            <a:r>
              <a:rPr sz="1300" b="0" dirty="0">
                <a:latin typeface="Calibri"/>
              </a:rPr>
              <a:t>Chrome extension (Manifest V3) + local </a:t>
            </a:r>
            <a:r>
              <a:rPr sz="1300" b="0" dirty="0" err="1">
                <a:latin typeface="Calibri"/>
              </a:rPr>
              <a:t>FastAPI</a:t>
            </a:r>
            <a:r>
              <a:rPr sz="1300" b="0" dirty="0">
                <a:latin typeface="Calibri"/>
              </a:rPr>
              <a:t> server acting as an AI agent inside the browser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Implements on-device screen perception via structural DOM analysis (a lightweight, fast alternative to pixel-level vision for structured web forms) — detects sensitive fields (passwords, OTP, Aadhaar/PAN-like IDs, card numbers, email, phone, name, address, hidden tokens) entirely on-device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Every sensitive value tokenized locally (e.g. EMAIL_1, PERSON_1, PASSWORD_FIELD) before anything leaves the browser — no raw PII or screenshot ever leaves the device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Sanitized “screen graph” (JSON) — page title, domain only, form structure, field labels/types, tokenized values, approximate positions — sent to a local server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Server independently re-scans the payload for PII shapes as a defense-in-depth backstop and rejects anything that looks raw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Server decides one browser action (click / focus / scroll / summarize) — using a real local LLM (</a:t>
            </a:r>
            <a:r>
              <a:rPr sz="1300" b="0" dirty="0" err="1">
                <a:latin typeface="Calibri"/>
              </a:rPr>
              <a:t>Ollama</a:t>
            </a:r>
            <a:r>
              <a:rPr sz="1300" b="0" dirty="0">
                <a:latin typeface="Calibri"/>
              </a:rPr>
              <a:t>/LM Studio, OpenAI-compatible API) when available, falling back to a deterministic rule engine when not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Extension executes that action back on the real page (e.g. focus the OTP field, click “Upload Certificate”, summarize the page)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dirty="0">
                <a:latin typeface="Calibri"/>
              </a:rPr>
              <a:t>How it addresses the problem: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dirty="0">
                <a:latin typeface="Calibri"/>
              </a:rPr>
              <a:t>• </a:t>
            </a:r>
            <a:r>
              <a:rPr sz="1300" b="0" dirty="0">
                <a:latin typeface="Calibri"/>
              </a:rPr>
              <a:t>Solves the core tension in AI browser agents — usefulness requires understanding page content, but sending raw page data (especially forms with PII) to any server is a privacy/compliance risk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Gets the benefit of page understanding and automated action without ever transmitting sensitive data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latin typeface="Calibri"/>
              </a:rPr>
              <a:t>Innovation and uniqueness: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Client-side-first architecture: detection, classification, tokenization, and visual redaction overlay all </a:t>
            </a:r>
            <a:br>
              <a:rPr lang="en-US" sz="1300" b="0" dirty="0">
                <a:latin typeface="Calibri"/>
              </a:rPr>
            </a:br>
            <a:r>
              <a:rPr lang="en-US" sz="1300" b="0" dirty="0">
                <a:latin typeface="Calibri"/>
              </a:rPr>
              <a:t>   </a:t>
            </a:r>
            <a:r>
              <a:rPr sz="1300" b="0" dirty="0">
                <a:latin typeface="Calibri"/>
              </a:rPr>
              <a:t>happen before data leaves the browser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Defense-in-depth: server independently re-verifies no PII leaked through, not just trusting the client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Hybrid decision engine: uses a real local LLM when present but never breaks — automatic fallback to rules </a:t>
            </a:r>
            <a:br>
              <a:rPr lang="en-US" sz="1300" b="0" dirty="0">
                <a:latin typeface="Calibri"/>
              </a:rPr>
            </a:br>
            <a:r>
              <a:rPr lang="en-US" sz="1300" b="0" dirty="0">
                <a:latin typeface="Calibri"/>
              </a:rPr>
              <a:t>    </a:t>
            </a:r>
            <a:r>
              <a:rPr sz="1300" b="0" dirty="0">
                <a:latin typeface="Calibri"/>
              </a:rPr>
              <a:t>keeps the agent reliable even with zero AI installed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latin typeface="Calibri"/>
              </a:rPr>
              <a:t>• Fully local/offline-capable — no cloud dependency required for the core privacy guarantee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Aiva Nex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privacy_boundary_diagram.jpg"/>
          <p:cNvPicPr>
            <a:picLocks noChangeAspect="1"/>
          </p:cNvPicPr>
          <p:nvPr/>
        </p:nvPicPr>
        <p:blipFill rotWithShape="1">
          <a:blip r:embed="rId4"/>
          <a:srcRect b="25309"/>
          <a:stretch/>
        </p:blipFill>
        <p:spPr>
          <a:xfrm>
            <a:off x="7300392" y="4279856"/>
            <a:ext cx="4729544" cy="19090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250040"/>
            <a:ext cx="10972801" cy="2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algn="just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dirty="0">
                <a:latin typeface="Calibri"/>
              </a:rPr>
              <a:t>Technologies: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Frontend/Extension: Chrome Extension Manifest V3, plain JavaScript (no build step/framework)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Backend: Python 3.11+, </a:t>
            </a:r>
            <a:r>
              <a:rPr sz="1400" b="0" dirty="0" err="1">
                <a:latin typeface="Calibri"/>
              </a:rPr>
              <a:t>FastAPI</a:t>
            </a:r>
            <a:r>
              <a:rPr sz="1400" b="0" dirty="0">
                <a:latin typeface="Calibri"/>
              </a:rPr>
              <a:t>, </a:t>
            </a:r>
            <a:r>
              <a:rPr sz="1400" b="0" dirty="0" err="1">
                <a:latin typeface="Calibri"/>
              </a:rPr>
              <a:t>Pydantic</a:t>
            </a:r>
            <a:endParaRPr sz="1400" b="0" dirty="0">
              <a:latin typeface="Calibri"/>
            </a:endParaR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Local AI (optional): any OpenAI-compatible local LLM server — </a:t>
            </a:r>
            <a:r>
              <a:rPr sz="1400" b="0" dirty="0" err="1">
                <a:latin typeface="Calibri"/>
              </a:rPr>
              <a:t>Ollama</a:t>
            </a:r>
            <a:r>
              <a:rPr sz="1400" b="0" dirty="0">
                <a:latin typeface="Calibri"/>
              </a:rPr>
              <a:t> (llama3.2:1b, qwen2.5:0.5b), LM Studio, Jan — via </a:t>
            </a:r>
            <a:r>
              <a:rPr sz="1400" b="0" dirty="0" err="1">
                <a:latin typeface="Calibri"/>
              </a:rPr>
              <a:t>stdlib</a:t>
            </a:r>
            <a:r>
              <a:rPr sz="1400" b="0" dirty="0">
                <a:latin typeface="Calibri"/>
              </a:rPr>
              <a:t> </a:t>
            </a:r>
            <a:r>
              <a:rPr sz="1400" b="0" dirty="0" err="1">
                <a:latin typeface="Calibri"/>
              </a:rPr>
              <a:t>urllib</a:t>
            </a:r>
            <a:r>
              <a:rPr sz="1400" b="0" dirty="0">
                <a:latin typeface="Calibri"/>
              </a:rPr>
              <a:t>, no extra dependency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Detection: on-device screen perception via regex pattern matching + DOM label/placeholder heuristics (a lightweight, structural alternative to pixel-level vision models — no heavy ML libraries needed server-side)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dirty="0">
                <a:latin typeface="Calibri"/>
              </a:rPr>
              <a:t>Methodology / flow: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Content script scans the DOM, detects sensitive fields, and tokenizes + redacts them locally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Sanitized “screen graph” JSON sent via background worker → POST /analyze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Server re-validates for raw PII, then decides one action — local LLM first, rule-engine fallback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latin typeface="Calibri"/>
              </a:rPr>
              <a:t>• Extension executes the action back on the live page (see diagram below)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Aiva Nex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architecture_flow_diagr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187" y="5103132"/>
            <a:ext cx="4461013" cy="1167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578430"/>
            <a:ext cx="10570029" cy="425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sz="1700" b="1" dirty="0">
                <a:latin typeface="+mn-lt"/>
              </a:rPr>
              <a:t>Feasibility: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Fully working prototype already built and tested end-to-end (scan → redact → send → decide → execute) on a real demo form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No heavy infrastructure needed — runs entirely on </a:t>
            </a:r>
            <a:r>
              <a:rPr sz="1250" b="0" dirty="0" err="1">
                <a:latin typeface="+mn-lt"/>
              </a:rPr>
              <a:t>localhost</a:t>
            </a:r>
            <a:r>
              <a:rPr sz="1250" b="0" dirty="0">
                <a:latin typeface="+mn-lt"/>
              </a:rPr>
              <a:t>, no cloud costs, no GPU required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Uses only mature, well-supported tech (Chrome Extensions API, </a:t>
            </a:r>
            <a:r>
              <a:rPr sz="1250" b="0" dirty="0" err="1">
                <a:latin typeface="+mn-lt"/>
              </a:rPr>
              <a:t>FastAPI</a:t>
            </a:r>
            <a:r>
              <a:rPr sz="1250" b="0" dirty="0">
                <a:latin typeface="+mn-lt"/>
              </a:rPr>
              <a:t>, optional local LLM runtimes)</a:t>
            </a:r>
          </a:p>
          <a:p>
            <a:pPr>
              <a:spcAft>
                <a:spcPts val="500"/>
              </a:spcAft>
            </a:pPr>
            <a:r>
              <a:rPr sz="1700" b="1" dirty="0">
                <a:latin typeface="+mn-lt"/>
              </a:rPr>
              <a:t>Potential challenges &amp; risks: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Name/address detection is label-based heuristic, not true NER — may miss unlabeled free-text PII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Small local LLMs (0.5B–1B </a:t>
            </a:r>
            <a:r>
              <a:rPr sz="1250" b="0" dirty="0" err="1">
                <a:latin typeface="+mn-lt"/>
              </a:rPr>
              <a:t>params</a:t>
            </a:r>
            <a:r>
              <a:rPr sz="1250" b="0" dirty="0">
                <a:latin typeface="+mn-lt"/>
              </a:rPr>
              <a:t>) can be slow or occasionally produce malformed output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Pattern-based PII checks (</a:t>
            </a:r>
            <a:r>
              <a:rPr sz="1250" b="0" dirty="0" err="1">
                <a:latin typeface="+mn-lt"/>
              </a:rPr>
              <a:t>Aadhaar</a:t>
            </a:r>
            <a:r>
              <a:rPr sz="1250" b="0" dirty="0">
                <a:latin typeface="+mn-lt"/>
              </a:rPr>
              <a:t>/PAN/card) are shape-based, not checksum-validated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No authentication on the local server (acceptable for a local prototype, would need hardening for production)</a:t>
            </a:r>
          </a:p>
          <a:p>
            <a:pPr>
              <a:spcAft>
                <a:spcPts val="500"/>
              </a:spcAft>
            </a:pPr>
            <a:r>
              <a:rPr sz="1700" b="1" dirty="0">
                <a:latin typeface="+mn-lt"/>
              </a:rPr>
              <a:t>Mitigation strategies: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Rule-based fallback guarantees the agent never breaks even if the LLM fails or is absent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Server-side re-validation (defense-in-depth) catches any client-side redaction gaps</a:t>
            </a:r>
          </a:p>
          <a:p>
            <a:pPr>
              <a:spcAft>
                <a:spcPts val="500"/>
              </a:spcAft>
            </a:pPr>
            <a:r>
              <a:rPr sz="1250" b="0" dirty="0">
                <a:latin typeface="+mn-lt"/>
              </a:rPr>
              <a:t>• Roadmap: upgrade to a lightweight local vision model for pixel-level screen understanding, plus real NER, checksum validation, and auth for non-local deployment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Aiva Nex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250" y="5450000"/>
            <a:ext cx="3987499" cy="8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1781" y="1292096"/>
            <a:ext cx="10295076" cy="332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1700" b="1" dirty="0">
                <a:latin typeface="Calibri"/>
              </a:rPr>
              <a:t>Target audience: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Any internet user filling sensitive forms online (scholarship/job/government portals, banking, healthcare)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Organizations wanting AI browser automation without compliance risk</a:t>
            </a:r>
          </a:p>
          <a:p>
            <a:pPr>
              <a:spcAft>
                <a:spcPts val="200"/>
              </a:spcAft>
            </a:pPr>
            <a:r>
              <a:rPr sz="1700" b="1" dirty="0">
                <a:latin typeface="Calibri"/>
              </a:rPr>
              <a:t>Impact: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Enables AI-assisted browsing/form-filling without the privacy trade-off users currently accept with cloud-based AI agents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Directly relevant to India's data protection goals (DPDP Act) — no PII transmitted or stored off-device</a:t>
            </a:r>
          </a:p>
          <a:p>
            <a:pPr>
              <a:spcAft>
                <a:spcPts val="200"/>
              </a:spcAft>
            </a:pPr>
            <a:r>
              <a:rPr sz="1700" b="1" dirty="0">
                <a:latin typeface="Calibri"/>
              </a:rPr>
              <a:t>Benefits: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Social: builds public trust in AI agents handling personal/government data (Aadhaar, PAN, scholarship forms)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Economic: reduces liability/compliance cost for organizations deploying browser AI agents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Environmental/technical: lightweight local-first design reduces reliance on constant cloud inference calls</a:t>
            </a:r>
          </a:p>
          <a:p>
            <a:pPr>
              <a:spcAft>
                <a:spcPts val="200"/>
              </a:spcAft>
            </a:pPr>
            <a:r>
              <a:rPr sz="1500" b="0" dirty="0">
                <a:latin typeface="Calibri"/>
              </a:rPr>
              <a:t>• Security: reduces attack surface — no sensitive data in transit or server logs to breach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Aiva Nex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_benefits_ico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437" y="4338104"/>
            <a:ext cx="6870777" cy="19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32856"/>
            <a:ext cx="9385300" cy="3483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R="0" lvl="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sz="1500" b="0" dirty="0">
                <a:latin typeface="Calibri"/>
              </a:rPr>
              <a:t>Chrome Extensions Manifest V3 documentation — developer.chrome.com/docs/extensions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200000"/>
              </a:lnSpc>
            </a:pPr>
            <a:r>
              <a:rPr sz="1500" b="0" dirty="0">
                <a:latin typeface="Calibri"/>
              </a:rPr>
              <a:t>• </a:t>
            </a:r>
            <a:r>
              <a:rPr sz="1500" b="0" dirty="0" err="1">
                <a:latin typeface="Calibri"/>
              </a:rPr>
              <a:t>FastAPI</a:t>
            </a:r>
            <a:r>
              <a:rPr sz="1500" b="0" dirty="0">
                <a:latin typeface="Calibri"/>
              </a:rPr>
              <a:t> documentation — fastapi.tiangolo.com</a:t>
            </a:r>
          </a:p>
          <a:p>
            <a:pPr>
              <a:lnSpc>
                <a:spcPct val="200000"/>
              </a:lnSpc>
            </a:pPr>
            <a:r>
              <a:rPr sz="1500" b="0" dirty="0">
                <a:latin typeface="Calibri"/>
              </a:rPr>
              <a:t>• </a:t>
            </a:r>
            <a:r>
              <a:rPr sz="1500" b="0" dirty="0" err="1">
                <a:latin typeface="Calibri"/>
              </a:rPr>
              <a:t>Ollama</a:t>
            </a:r>
            <a:r>
              <a:rPr sz="1500" b="0" dirty="0">
                <a:latin typeface="Calibri"/>
              </a:rPr>
              <a:t> (local LLM runtime) </a:t>
            </a:r>
            <a:r>
              <a:rPr sz="1500" b="0">
                <a:latin typeface="Calibri"/>
              </a:rPr>
              <a:t>— ollama.com</a:t>
            </a:r>
            <a:endParaRPr sz="1500" b="0" dirty="0">
              <a:latin typeface="Calibri"/>
            </a:endParaRPr>
          </a:p>
          <a:p>
            <a:pPr>
              <a:lnSpc>
                <a:spcPct val="200000"/>
              </a:lnSpc>
            </a:pPr>
            <a:r>
              <a:rPr sz="1500" b="0" dirty="0">
                <a:latin typeface="Calibri"/>
              </a:rPr>
              <a:t>• </a:t>
            </a:r>
            <a:r>
              <a:rPr sz="1500" b="0" dirty="0" err="1">
                <a:latin typeface="Calibri"/>
              </a:rPr>
              <a:t>OpenAI</a:t>
            </a:r>
            <a:r>
              <a:rPr sz="1500" b="0" dirty="0">
                <a:latin typeface="Calibri"/>
              </a:rPr>
              <a:t> /v1/chat/completions API spec (compatibility target for local LLM integration)</a:t>
            </a:r>
          </a:p>
          <a:p>
            <a:pPr>
              <a:lnSpc>
                <a:spcPct val="200000"/>
              </a:lnSpc>
            </a:pPr>
            <a:r>
              <a:rPr sz="1500" b="0" dirty="0">
                <a:latin typeface="Calibri"/>
              </a:rPr>
              <a:t>• India's Digital Personal Data Protection (DPDP) Act, 2023 — motivation for privacy-by-design approach</a:t>
            </a:r>
          </a:p>
          <a:p>
            <a:pPr>
              <a:lnSpc>
                <a:spcPct val="200000"/>
              </a:lnSpc>
            </a:pPr>
            <a:r>
              <a:rPr sz="1500" b="0" dirty="0">
                <a:latin typeface="Calibri"/>
              </a:rPr>
              <a:t>• Project repository: github.com/Jothik1506-ai/AIVA-NEX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Aiva Nex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1059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Jothik Kanth</cp:lastModifiedBy>
  <cp:revision>161</cp:revision>
  <dcterms:created xsi:type="dcterms:W3CDTF">2013-12-12T18:46:50Z</dcterms:created>
  <dcterms:modified xsi:type="dcterms:W3CDTF">2026-09-05T13:43:11Z</dcterms:modified>
  <cp:category/>
</cp:coreProperties>
</file>